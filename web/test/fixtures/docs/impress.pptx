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uz-Cyrl-UZ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uz-Cyrl-U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uz-Cyrl-UZ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uz-Cyrl-U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uz-Cyrl-UZ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uz-Cyrl-U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uz-Cyrl-U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uz-Cyrl-UZ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uz-Cyrl-U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uz-Cyrl-U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uz-Cyrl-UZ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uz-Cyrl-U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uz-Cyrl-U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3F10EA6-74FC-4FE1-AC1C-01D0234D43D1}" type="slidenum">
              <a:rPr b="0" lang="uz-Cyrl-UZ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uz-Cyrl-U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6120000" cy="43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uz-Cyrl-UZ" sz="1800" spc="-1" strike="noStrike">
                <a:solidFill>
                  <a:srgbClr val="000000"/>
                </a:solidFill>
                <a:latin typeface="Arial"/>
              </a:rPr>
              <a:t>Маърузачи учун изоҳ.</a:t>
            </a:r>
            <a:endParaRPr b="0" lang="uz-Cyrl-UZ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z-Cyrl-UZ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uz-Cyrl-UZ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uz-Cyrl-UZ" sz="1800" spc="-1" strike="noStrike">
                <a:solidFill>
                  <a:srgbClr val="000000"/>
                </a:solidFill>
                <a:latin typeface="Arial"/>
              </a:rPr>
              <a:t>Ўзбекистон </a:t>
            </a:r>
            <a:r>
              <a:rPr b="1" lang="uz-Cyrl-UZ" sz="1800" spc="-1" strike="noStrike">
                <a:solidFill>
                  <a:srgbClr val="000000"/>
                </a:solidFill>
                <a:latin typeface="Arial"/>
              </a:rPr>
              <a:t>ШАҲ</a:t>
            </a:r>
            <a:r>
              <a:rPr b="0" lang="uz-Cyrl-UZ" sz="1800" spc="-1" strike="noStrike">
                <a:solidFill>
                  <a:srgbClr val="000000"/>
                </a:solidFill>
                <a:latin typeface="Arial"/>
              </a:rPr>
              <a:t>АРЛАРИ</a:t>
            </a:r>
            <a:endParaRPr b="0" lang="uz-Cyrl-U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20000" y="1800000"/>
            <a:ext cx="864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uz-Cyrl-UZ" sz="1800" spc="-1" strike="noStrike">
                <a:solidFill>
                  <a:srgbClr val="000000"/>
                </a:solidFill>
                <a:latin typeface="Arial"/>
              </a:rPr>
              <a:t>Тошкент — пойтахт.</a:t>
            </a:r>
            <a:endParaRPr b="0" lang="uz-Cyrl-UZ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uz-Cyrl-UZ" sz="1800" spc="-1" strike="noStrike">
                <a:solidFill>
                  <a:srgbClr val="000000"/>
                </a:solidFill>
                <a:latin typeface="Arial"/>
              </a:rPr>
              <a:t>Самарқанд ва Бухоро, мўъжиза.</a:t>
            </a:r>
            <a:endParaRPr b="0" lang="uz-Cyrl-UZ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